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0E68-7A17-4CE8-9491-091BF2E6A7CE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7AD1-54BE-46E4-8EB1-D7E09E40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245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0E68-7A17-4CE8-9491-091BF2E6A7CE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7AD1-54BE-46E4-8EB1-D7E09E40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66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0E68-7A17-4CE8-9491-091BF2E6A7CE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7AD1-54BE-46E4-8EB1-D7E09E40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062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0E68-7A17-4CE8-9491-091BF2E6A7CE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7AD1-54BE-46E4-8EB1-D7E09E40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803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0E68-7A17-4CE8-9491-091BF2E6A7CE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7AD1-54BE-46E4-8EB1-D7E09E40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268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0E68-7A17-4CE8-9491-091BF2E6A7CE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7AD1-54BE-46E4-8EB1-D7E09E40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083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0E68-7A17-4CE8-9491-091BF2E6A7CE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7AD1-54BE-46E4-8EB1-D7E09E40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000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0E68-7A17-4CE8-9491-091BF2E6A7CE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7AD1-54BE-46E4-8EB1-D7E09E40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990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0E68-7A17-4CE8-9491-091BF2E6A7CE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7AD1-54BE-46E4-8EB1-D7E09E40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411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0E68-7A17-4CE8-9491-091BF2E6A7CE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7AD1-54BE-46E4-8EB1-D7E09E40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345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0E68-7A17-4CE8-9491-091BF2E6A7CE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7AD1-54BE-46E4-8EB1-D7E09E40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102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0E68-7A17-4CE8-9491-091BF2E6A7CE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7AD1-54BE-46E4-8EB1-D7E09E400E27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104223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0E68-7A17-4CE8-9491-091BF2E6A7CE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7AD1-54BE-46E4-8EB1-D7E09E40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6770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0E68-7A17-4CE8-9491-091BF2E6A7CE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7AD1-54BE-46E4-8EB1-D7E09E40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9587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0E68-7A17-4CE8-9491-091BF2E6A7CE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7AD1-54BE-46E4-8EB1-D7E09E40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001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0E68-7A17-4CE8-9491-091BF2E6A7CE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7AD1-54BE-46E4-8EB1-D7E09E40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168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0E68-7A17-4CE8-9491-091BF2E6A7CE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7AD1-54BE-46E4-8EB1-D7E09E40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7962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EC009-798A-32AC-565C-3A7645F9F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A0ED4-3E19-38ED-B137-20435C4CE8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473AD-7247-8327-4BF3-BE56731A1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0E68-7A17-4CE8-9491-091BF2E6A7CE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64D4D-E91A-9890-9279-075E6673F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6C365-9D57-E034-46BD-A211DF27B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7AD1-54BE-46E4-8EB1-D7E09E40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529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010E68-7A17-4CE8-9491-091BF2E6A7CE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17AD1-54BE-46E4-8EB1-D7E09E40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5553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92793-4ADD-9C3C-A28D-C5C7DA777F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Fake Social Media Account Detection using Machine Learning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00BD89-3BE8-6EA7-28EC-E4CD957E8A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Mini Project Presentation</a:t>
            </a:r>
          </a:p>
          <a:p>
            <a:r>
              <a:rPr lang="en-US"/>
              <a:t>Presented by: [Your Name]</a:t>
            </a:r>
          </a:p>
          <a:p>
            <a:r>
              <a:rPr lang="en-US"/>
              <a:t>Guided by: [Guide Name]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102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A58CC-14FB-0920-8E5D-2B3A67E05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Abstract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FF8B-8861-6917-FD3A-5A47C7BD27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Social media plays a vital role in communication and business.</a:t>
            </a:r>
          </a:p>
          <a:p>
            <a:r>
              <a:rPr lang="en-US"/>
              <a:t>• Fake accounts spread misinformation and spam.</a:t>
            </a:r>
          </a:p>
          <a:p>
            <a:r>
              <a:rPr lang="en-US"/>
              <a:t>• Machine Learning + NLP can detect fake accounts with high accuracy.</a:t>
            </a:r>
          </a:p>
          <a:p>
            <a:r>
              <a:rPr lang="en-US"/>
              <a:t>• Algorithms: Decision Tree, Random Forest, SVM.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462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E1D52-9220-EB43-3A4A-4B3ADB678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46798-3660-7CE4-E6D8-51A56B0D81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Platforms: Facebook, Twitter, Instagram, YouTube.</a:t>
            </a:r>
          </a:p>
          <a:p>
            <a:r>
              <a:rPr lang="en-US"/>
              <a:t>• Fake accounts spread misinformation rapidly.</a:t>
            </a:r>
          </a:p>
          <a:p>
            <a:r>
              <a:rPr lang="en-US"/>
              <a:t>• Need for reliable detection systems.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663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4895C-EC6C-B8F0-580A-CBFB2B341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Literature Survey – 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05DCA-6C37-9E8D-9561-E0DF0A148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Fake news detection using ML/NLP studied earlier.</a:t>
            </a:r>
          </a:p>
          <a:p>
            <a:r>
              <a:rPr lang="en-US"/>
              <a:t>• Challenges: evolving bots, dataset quality, real-time scalability.</a:t>
            </a:r>
          </a:p>
          <a:p>
            <a:r>
              <a:rPr lang="en-US"/>
              <a:t>• Need better feature engineering and hybrid approaches.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209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4A770-D066-3C7D-DFBE-034519919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Existing System – 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DD082-2F8D-7AEB-9016-01CBB2AF85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Current systems use heuristics (followers, activity levels).</a:t>
            </a:r>
          </a:p>
          <a:p>
            <a:r>
              <a:rPr lang="en-US"/>
              <a:t>• Not effective against advanced bots.</a:t>
            </a:r>
          </a:p>
          <a:p>
            <a:r>
              <a:rPr lang="en-US"/>
              <a:t>• Problem: Develop ML-based solution for fake account detection.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335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8660B-A841-C114-1BFF-8275BD747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FABC70-C0D0-4F84-EC5E-BCAF3D72C3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 Detect fake accounts using ML models.</a:t>
            </a:r>
          </a:p>
          <a:p>
            <a:r>
              <a:rPr lang="en-US"/>
              <a:t>2. Improve accuracy using ensemble classifiers.</a:t>
            </a:r>
          </a:p>
          <a:p>
            <a:r>
              <a:rPr lang="en-US"/>
              <a:t>3. Enable real-time detection.</a:t>
            </a:r>
          </a:p>
          <a:p>
            <a:r>
              <a:rPr lang="en-US"/>
              <a:t>4. Develop a web-based detection tool.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225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90ECA-64BC-0537-8C90-31D222D04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Proposed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ABD2E-C946-152E-307A-5A13FEBCE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Data collection: followers, bio, posts, account age.</a:t>
            </a:r>
          </a:p>
          <a:p>
            <a:r>
              <a:rPr lang="en-US"/>
              <a:t>• Data preprocessing: cleaning, feature extraction.</a:t>
            </a:r>
          </a:p>
          <a:p>
            <a:r>
              <a:rPr lang="en-US"/>
              <a:t>• ML models: Decision Tree, Random Forest, SVM.</a:t>
            </a:r>
          </a:p>
          <a:p>
            <a:r>
              <a:rPr lang="en-US"/>
              <a:t>• NLP for analyzing user-generated content.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101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3C664-02DC-DF74-E357-CEE73396F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Proposed Algorithms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824C8A-4E0C-F08D-CB68-A9ED8ECB94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• Decision Tree Classifier</a:t>
            </a:r>
          </a:p>
          <a:p>
            <a:r>
              <a:rPr lang="en-IN"/>
              <a:t>• Random Forest (Ensemble)</a:t>
            </a:r>
          </a:p>
          <a:p>
            <a:r>
              <a:rPr lang="en-IN"/>
              <a:t>• Support Vector Machine (SVM)</a:t>
            </a:r>
          </a:p>
          <a:p>
            <a:r>
              <a:rPr lang="en-IN"/>
              <a:t>• Natural Language Processing (NLP).</a:t>
            </a:r>
          </a:p>
        </p:txBody>
      </p:sp>
    </p:spTree>
    <p:extLst>
      <p:ext uri="{BB962C8B-B14F-4D97-AF65-F5344CB8AC3E}">
        <p14:creationId xmlns:p14="http://schemas.microsoft.com/office/powerpoint/2010/main" val="432288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41CA0-A8FE-8B7C-FD6E-59A79BA78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System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6634A-8407-FD5C-AA41-19B12044F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Data Collection ? Preprocessing ? Feature Engineering ?</a:t>
            </a:r>
          </a:p>
          <a:p>
            <a:r>
              <a:rPr lang="en-US"/>
              <a:t>Model Training ? Classification (Real/Fake Accounts).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992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77D73-6158-C56F-54A9-D9391ABB5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Project Specifications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45D6C-5234-38A8-224C-D62C6C51E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Hardware:</a:t>
            </a:r>
          </a:p>
          <a:p>
            <a:r>
              <a:rPr lang="en-IN"/>
              <a:t>• 8GB RAM, i5 Processor</a:t>
            </a:r>
          </a:p>
          <a:p>
            <a:r>
              <a:rPr lang="en-IN"/>
              <a:t>Software:</a:t>
            </a:r>
          </a:p>
          <a:p>
            <a:r>
              <a:rPr lang="en-IN"/>
              <a:t>• Python 3.10, scikit-learn, pandas, NumPy</a:t>
            </a:r>
          </a:p>
          <a:p>
            <a:r>
              <a:rPr lang="en-IN"/>
              <a:t>Dataset:</a:t>
            </a:r>
          </a:p>
          <a:p>
            <a:r>
              <a:rPr lang="en-IN"/>
              <a:t>• Social media datasets (Twitter, Instagram, Facebook).</a:t>
            </a:r>
          </a:p>
        </p:txBody>
      </p:sp>
    </p:spTree>
    <p:extLst>
      <p:ext uri="{BB962C8B-B14F-4D97-AF65-F5344CB8AC3E}">
        <p14:creationId xmlns:p14="http://schemas.microsoft.com/office/powerpoint/2010/main" val="385983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B40EB-247C-B1E3-13C1-1D443CDC8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Experimental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7A5DB-9F06-DB6F-E55D-2D094B37B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Dataset: 10,500 records (80% training, 20% testing).</a:t>
            </a:r>
          </a:p>
          <a:p>
            <a:r>
              <a:rPr lang="en-US"/>
              <a:t>• Decision Tree Accuracy: 97.45%</a:t>
            </a:r>
          </a:p>
          <a:p>
            <a:r>
              <a:rPr lang="en-US"/>
              <a:t>• Random Forest Accuracy: 96.61%.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329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4491E-9EED-61CC-7632-B8607217E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Performance Metrics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F568D-DA56-348A-AB56-23BA51DA5C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Precision, Recall, F1-Score.</a:t>
            </a:r>
          </a:p>
          <a:p>
            <a:r>
              <a:rPr lang="en-US"/>
              <a:t>• Pie chart: Real vs Fake Accounts.</a:t>
            </a:r>
          </a:p>
          <a:p>
            <a:r>
              <a:rPr lang="en-US"/>
              <a:t>• Graph: Random Forest Accuracy.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468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BA044-A43E-4B78-7E27-2311B9356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Expected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02E97-72A9-1EC9-A9AF-F4D74FB1E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ML model with &gt;95% accuracy.</a:t>
            </a:r>
          </a:p>
          <a:p>
            <a:r>
              <a:rPr lang="en-US"/>
              <a:t>• Web-based tool for detection.</a:t>
            </a:r>
          </a:p>
          <a:p>
            <a:r>
              <a:rPr lang="en-US"/>
              <a:t>• Cybersecurity contribution in social media.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257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D3CED-9EE3-9C4D-4C0D-40DA3759D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References &amp; Acknowledgement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AD958-4610-A5C4-EA4F-660B09D8D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[1] Shu et al., 2017 - Fake News Detection.</a:t>
            </a:r>
          </a:p>
          <a:p>
            <a:r>
              <a:rPr lang="en-IN"/>
              <a:t>[2] Qureshi et al., 2021 - Fake News Classification.</a:t>
            </a:r>
          </a:p>
          <a:p>
            <a:r>
              <a:rPr lang="en-IN"/>
              <a:t>[3] Ghosh &amp; Shah, 2018 - Fake News Classification.</a:t>
            </a:r>
          </a:p>
          <a:p>
            <a:r>
              <a:rPr lang="en-IN"/>
              <a:t>[4] K. Bhargavi et al., ICPCSN 2025.</a:t>
            </a:r>
          </a:p>
          <a:p>
            <a:endParaRPr lang="en-IN"/>
          </a:p>
          <a:p>
            <a:r>
              <a:rPr lang="en-IN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723891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456</Words>
  <Application>Microsoft Office PowerPoint</Application>
  <PresentationFormat>Widescreen</PresentationFormat>
  <Paragraphs>65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Century Gothic</vt:lpstr>
      <vt:lpstr>Wingdings 3</vt:lpstr>
      <vt:lpstr>Ion</vt:lpstr>
      <vt:lpstr>Fake Social Media Account Detection using Machine Learning</vt:lpstr>
      <vt:lpstr>Abstract</vt:lpstr>
      <vt:lpstr>Introduction</vt:lpstr>
      <vt:lpstr>Literature Survey – Limitations</vt:lpstr>
      <vt:lpstr>Existing System – Problem Statement</vt:lpstr>
      <vt:lpstr>Objectives</vt:lpstr>
      <vt:lpstr>Proposed System</vt:lpstr>
      <vt:lpstr>Proposed Algorithms</vt:lpstr>
      <vt:lpstr>System Architecture</vt:lpstr>
      <vt:lpstr>Project Specifications</vt:lpstr>
      <vt:lpstr>Experimental Results</vt:lpstr>
      <vt:lpstr>Performance Metrics</vt:lpstr>
      <vt:lpstr>Expected Outcomes</vt:lpstr>
      <vt:lpstr>References &amp; Acknowledgement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 Kk</dc:creator>
  <cp:lastModifiedBy>Kk Kk</cp:lastModifiedBy>
  <cp:revision>1</cp:revision>
  <dcterms:created xsi:type="dcterms:W3CDTF">2025-09-15T16:58:04Z</dcterms:created>
  <dcterms:modified xsi:type="dcterms:W3CDTF">2025-09-15T17:00:10Z</dcterms:modified>
</cp:coreProperties>
</file>